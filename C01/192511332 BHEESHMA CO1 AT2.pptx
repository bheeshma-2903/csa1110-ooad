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4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168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5" name="Image 0" descr="b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896112"/>
            <a:ext cx="676656" cy="6080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242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BANKING 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Encapsulation and Abstraction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Online Banking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two core object-oriented design principles protect sensitive financial data and tame the complexity of fund transfers, account management, and transaction tracking.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822960" y="5623560"/>
            <a:ext cx="10972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8018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Design Concepts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A76845-8FCE-4509-0590-ACCF2CDFE02E}"/>
              </a:ext>
            </a:extLst>
          </p:cNvPr>
          <p:cNvSpPr txBox="1"/>
          <p:nvPr/>
        </p:nvSpPr>
        <p:spPr>
          <a:xfrm>
            <a:off x="10377996" y="5591911"/>
            <a:ext cx="2681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Bheeshma 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192511332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Online Banking System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A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system that must expose simple, reliable services while guarding highly sensitive data underneath.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2880360"/>
          </a:xfrm>
          <a:prstGeom prst="roundRect">
            <a:avLst>
              <a:gd name="adj" fmla="val 3810"/>
            </a:avLst>
          </a:prstGeom>
          <a:solidFill>
            <a:srgbClr val="F5F7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721" y="238704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Fund Transfer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Move money between accounts through a single, simple request.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251960" y="1965960"/>
            <a:ext cx="3383280" cy="2880360"/>
          </a:xfrm>
          <a:prstGeom prst="roundRect">
            <a:avLst>
              <a:gd name="adj" fmla="val 3810"/>
            </a:avLst>
          </a:prstGeom>
          <a:solidFill>
            <a:srgbClr val="F5F7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2860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led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041" y="2387041"/>
            <a:ext cx="575158" cy="5751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Account Management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72000" y="3657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Open, update, and view accounts without touching raw internal records.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955280" y="1965960"/>
            <a:ext cx="3383280" cy="2880360"/>
          </a:xfrm>
          <a:prstGeom prst="roundRect">
            <a:avLst>
              <a:gd name="adj" fmla="val 3810"/>
            </a:avLst>
          </a:prstGeom>
          <a:solidFill>
            <a:srgbClr val="F5F7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22860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6361" y="2387041"/>
            <a:ext cx="575158" cy="5751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Transaction Tracking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275320" y="3657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 and retrieve transaction history for statements and audits.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548640" y="5257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OOP principles make this possible: Abstraction and Encapsulation.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914400"/>
            <a:ext cx="1371600" cy="13716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4" name="Image 0" descr="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1092708"/>
            <a:ext cx="1014984" cy="1014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9A2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ABSTRACTION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29260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the user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needs to see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4114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Focuses on essential features while hiding implementation detail.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709160" y="740664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0" y="61264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Simple interface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29200" y="1033272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customer clicks “Transfer Funds” — the multi-step validation, ledger updates, and interbank messaging stay out of sight.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709160" y="2340864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221284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Abstract classes &amp; interfaces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29200" y="2633472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Account interface declares deposit() and withdraw(); SavingsAccount and CurrentAccount implement the details differently.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709160" y="3941064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0" y="381304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Reduced complexity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29200" y="4233672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Developers building the UI only depend on the interface, not on how each account type actually works internally.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417320" y="914400"/>
            <a:ext cx="1371600" cy="13716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4" name="Image 0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1092708"/>
            <a:ext cx="1014984" cy="1014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9A2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ENCAPSULATION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29260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stays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locked away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4114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Bundles data and methods together, restricting direct access from outside.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709160" y="740664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0" y="61264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Private fields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29200" y="1033272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Balance and PIN fields are marked private; no outside class can read or overwrite them directly.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709160" y="2340864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221284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Controlled access via methods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29200" y="2633472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Public methods like getBalance() or updatePassword() validate every request before touching the real data.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709160" y="3941064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0" y="381304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integrity &amp; security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29200" y="4233672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 rules — minimum balance, authorization checks — are enforced every single time data changes.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Abstraction vs. Encapsulation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A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Related, but they solve different problems in the same design.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77440" cy="713232"/>
          </a:xfrm>
          <a:prstGeom prst="rect">
            <a:avLst/>
          </a:prstGeom>
          <a:solidFill>
            <a:srgbClr val="1E276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Aspect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926080" y="1691640"/>
            <a:ext cx="4206240" cy="713232"/>
          </a:xfrm>
          <a:prstGeom prst="rect">
            <a:avLst/>
          </a:prstGeom>
          <a:solidFill>
            <a:srgbClr val="1E2761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63240" y="16916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Abstraction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132320" y="1691640"/>
            <a:ext cx="4480560" cy="713232"/>
          </a:xfrm>
          <a:prstGeom prst="rect">
            <a:avLst/>
          </a:prstGeom>
          <a:solidFill>
            <a:srgbClr val="1E2761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9480" y="169164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Encapsulation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2377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0487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Primary goal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26080" y="2404872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240487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Hide complexity, show only what matters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132320" y="2404872"/>
            <a:ext cx="4480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240487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Hide data, protect it from misuse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2377440" cy="713232"/>
          </a:xfrm>
          <a:prstGeom prst="rect">
            <a:avLst/>
          </a:prstGeom>
          <a:solidFill>
            <a:srgbClr val="F5F7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1810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Operates 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926080" y="3118104"/>
            <a:ext cx="4206240" cy="713232"/>
          </a:xfrm>
          <a:prstGeom prst="rect">
            <a:avLst/>
          </a:prstGeom>
          <a:solidFill>
            <a:srgbClr val="F5F7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311810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 level (interfaces, abstract classes)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132320" y="3118104"/>
            <a:ext cx="4480560" cy="713232"/>
          </a:xfrm>
          <a:prstGeom prst="rect">
            <a:avLst/>
          </a:prstGeom>
          <a:solidFill>
            <a:srgbClr val="F5F7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311810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Implementation level (access modifiers)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2377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83133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Banking example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926080" y="3831336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383133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“Transfer Funds” hides validation &amp; routing steps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132320" y="3831336"/>
            <a:ext cx="4480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383133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Account balance kept private, edited only via methods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" y="4544568"/>
            <a:ext cx="2377440" cy="713232"/>
          </a:xfrm>
          <a:prstGeom prst="rect">
            <a:avLst/>
          </a:prstGeom>
          <a:solidFill>
            <a:srgbClr val="F5F7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54456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Answers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926080" y="4544568"/>
            <a:ext cx="4206240" cy="713232"/>
          </a:xfrm>
          <a:prstGeom prst="rect">
            <a:avLst/>
          </a:prstGeom>
          <a:solidFill>
            <a:srgbClr val="F5F7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63240" y="454456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“What does it do?”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132320" y="4544568"/>
            <a:ext cx="4480560" cy="713232"/>
          </a:xfrm>
          <a:prstGeom prst="rect">
            <a:avLst/>
          </a:prstGeom>
          <a:solidFill>
            <a:srgbClr val="F5F7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454456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“How is it kept safe?”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5257800"/>
            <a:ext cx="2377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25780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mechanism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926080" y="5257800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63240" y="52578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Interfaces &amp; abstract classes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132320" y="5257800"/>
            <a:ext cx="4480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269480" y="525780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Access modifiers (private/protected) &amp; getters/setters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Why It Matters for Banking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Together, the two principles secure sensitive data and keep the system manageable as it grows.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6636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6" name="Image 0" descr="user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" y="218633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48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Protecting Sensitive Data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68680" y="2990088"/>
            <a:ext cx="100584" cy="10058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85292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Balances, PINs, and credentials sit behind private fields — never exposed directly.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68680" y="3995928"/>
            <a:ext cx="100584" cy="10058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85876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read or write passes through a method that can validate, log, and authorize it.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68680" y="5001768"/>
            <a:ext cx="100584" cy="10058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86460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Limits the “attack surface”: outside code has no path to tamper with raw data.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989320" y="1783080"/>
            <a:ext cx="5166360" cy="4206240"/>
          </a:xfrm>
          <a:prstGeom prst="roundRect">
            <a:avLst>
              <a:gd name="adj" fmla="val 2609"/>
            </a:avLst>
          </a:prstGeom>
          <a:solidFill>
            <a:srgbClr val="F5F7FB"/>
          </a:solidFill>
          <a:ln/>
        </p:spPr>
      </p:sp>
      <p:sp>
        <p:nvSpPr>
          <p:cNvPr id="15" name="Shape 12"/>
          <p:cNvSpPr/>
          <p:nvPr/>
        </p:nvSpPr>
        <p:spPr>
          <a:xfrm>
            <a:off x="630936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570" y="2186330"/>
            <a:ext cx="473659" cy="47365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86600" y="2148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Simplifying Complexity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309360" y="2990088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5"/>
          <p:cNvSpPr/>
          <p:nvPr/>
        </p:nvSpPr>
        <p:spPr>
          <a:xfrm>
            <a:off x="6583680" y="285292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 code (UI, mobile app) talks to a clean interface, not tangled internal logic.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6309360" y="3995928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7"/>
          <p:cNvSpPr/>
          <p:nvPr/>
        </p:nvSpPr>
        <p:spPr>
          <a:xfrm>
            <a:off x="6583680" y="385876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New account types or transfer rules can be added without changing calling code.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6309360" y="5001768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19"/>
          <p:cNvSpPr/>
          <p:nvPr/>
        </p:nvSpPr>
        <p:spPr>
          <a:xfrm>
            <a:off x="6583680" y="486460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430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Teams can work independently on separate modules that only share a defined interface.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2860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84048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685800"/>
            <a:ext cx="1051560" cy="105156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5" name="Image 0" descr="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663" y="822503"/>
            <a:ext cx="778154" cy="778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Conclusion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645920" y="2651760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Abstraction defines what the online banking system does — exposing simple services like fund transfer and account management. Encapsulation guards how it is done — keeping balances, PINs, and business rules locked behind controlled access.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394960" y="3977640"/>
            <a:ext cx="137160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45920" y="420624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Used together, they let a banking system stay secure for its users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and simple to build, extend, and maintain for its developers.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575</Words>
  <Application>Microsoft Office PowerPoint</Application>
  <PresentationFormat>Widescreen</PresentationFormat>
  <Paragraphs>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BHEESHMA L</cp:lastModifiedBy>
  <cp:revision>5</cp:revision>
  <dcterms:created xsi:type="dcterms:W3CDTF">2026-07-18T16:50:59Z</dcterms:created>
  <dcterms:modified xsi:type="dcterms:W3CDTF">2026-07-23T04:40:39Z</dcterms:modified>
</cp:coreProperties>
</file>